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>
        <p:scale>
          <a:sx n="75" d="100"/>
          <a:sy n="75" d="100"/>
        </p:scale>
        <p:origin x="-540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5C9F-2CA9-4AEE-9E56-1C4BC52D837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86D18-16A7-40C5-A987-B73D17AFF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583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algn="just">
              <a:lnSpc>
                <a:spcPct val="150000"/>
              </a:lnSpc>
              <a:defRPr sz="1800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just">
              <a:lnSpc>
                <a:spcPct val="150000"/>
              </a:lnSpc>
              <a:defRPr sz="1800" b="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algn="just">
              <a:lnSpc>
                <a:spcPct val="150000"/>
              </a:lnSpc>
              <a:defRPr sz="1800" b="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50000"/>
              </a:lnSpc>
              <a:defRPr sz="1800" b="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50000"/>
              </a:lnSpc>
              <a:defRPr sz="1800" b="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7165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5C9F-2CA9-4AEE-9E56-1C4BC52D837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86D18-16A7-40C5-A987-B73D17AFF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479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5C9F-2CA9-4AEE-9E56-1C4BC52D837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86D18-16A7-40C5-A987-B73D17AFF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240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5C9F-2CA9-4AEE-9E56-1C4BC52D837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86D18-16A7-40C5-A987-B73D17AFF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592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5C9F-2CA9-4AEE-9E56-1C4BC52D837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86D18-16A7-40C5-A987-B73D17AFF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579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5C9F-2CA9-4AEE-9E56-1C4BC52D837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86D18-16A7-40C5-A987-B73D17AFF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188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5C9F-2CA9-4AEE-9E56-1C4BC52D837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86D18-16A7-40C5-A987-B73D17AFF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10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5C9F-2CA9-4AEE-9E56-1C4BC52D837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86D18-16A7-40C5-A987-B73D17AFF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348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5C9F-2CA9-4AEE-9E56-1C4BC52D837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86D18-16A7-40C5-A987-B73D17AFF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599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5C9F-2CA9-4AEE-9E56-1C4BC52D837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86D18-16A7-40C5-A987-B73D17AFF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173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F5C9F-2CA9-4AEE-9E56-1C4BC52D837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6D18-16A7-40C5-A987-B73D17AFF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444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9429" y="1776304"/>
            <a:ext cx="10363200" cy="1470025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Explainable AI-Driven Bone Tumor Detection Using Hybrid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ResNet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EfficientNet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ViT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Models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Image 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371" y="116632"/>
            <a:ext cx="10849205" cy="1440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43605" y="1776304"/>
            <a:ext cx="7488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9429" y="3573017"/>
            <a:ext cx="38884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Zeroth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Review</a:t>
            </a:r>
          </a:p>
          <a:p>
            <a:pPr algn="just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 algn="just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Vidhya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Madhumitha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R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Shrimathi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K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Shobana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36160" y="3717032"/>
            <a:ext cx="3744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Date: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09/01/26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Guided By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Mrs.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Bhuvanesawari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 (A/P CSE)</a:t>
            </a:r>
          </a:p>
        </p:txBody>
      </p:sp>
    </p:spTree>
    <p:extLst>
      <p:ext uri="{BB962C8B-B14F-4D97-AF65-F5344CB8AC3E}">
        <p14:creationId xmlns:p14="http://schemas.microsoft.com/office/powerpoint/2010/main" val="1501346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7325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This project focuses on the early detection of bone tumors using advanced machine learning and deep learning techniques. </a:t>
            </a:r>
          </a:p>
          <a:p>
            <a:r>
              <a:rPr lang="en-US" dirty="0" smtClean="0"/>
              <a:t>The system employs hybrid models with ResNet-50, </a:t>
            </a:r>
            <a:r>
              <a:rPr lang="en-US" dirty="0" err="1" smtClean="0"/>
              <a:t>EfficientNet</a:t>
            </a:r>
            <a:r>
              <a:rPr lang="en-US" dirty="0" smtClean="0"/>
              <a:t>, and Vision Transformers (</a:t>
            </a:r>
            <a:r>
              <a:rPr lang="en-US" dirty="0" err="1" smtClean="0"/>
              <a:t>ViT</a:t>
            </a:r>
            <a:r>
              <a:rPr lang="en-US" dirty="0" smtClean="0"/>
              <a:t>) to achieve superior accuracy in classification. </a:t>
            </a:r>
          </a:p>
          <a:p>
            <a:r>
              <a:rPr lang="en-US" dirty="0" smtClean="0"/>
              <a:t>Preprocessing techniques such as CLAHE and adaptive morphological filters enhance image quality and highlight tumor regions effectively. </a:t>
            </a:r>
          </a:p>
          <a:p>
            <a:r>
              <a:rPr lang="en-US" dirty="0" smtClean="0"/>
              <a:t>Grad-CAM visualization further supports explainable AI, allowing doctors to visually interpret tumor locations. </a:t>
            </a:r>
          </a:p>
          <a:p>
            <a:r>
              <a:rPr lang="en-US" dirty="0" smtClean="0"/>
              <a:t>The proposed approach aims to improve prediction accuracy, reliability, and clinical usability compared to existing CNN-based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5458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142</Words>
  <Application>Microsoft Office PowerPoint</Application>
  <PresentationFormat>Custom</PresentationFormat>
  <Paragraphs>18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Explainable AI-Driven Bone Tumor Detection Using Hybrid ResNet, EfficientNet, and ViT Models</vt:lpstr>
      <vt:lpstr>ABSTRACT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BONE TUMOR DETECTION AND CLASSIFICATION USING MACHINE LEARNING.</dc:title>
  <dc:creator>Englitz System-1</dc:creator>
  <cp:lastModifiedBy>HP</cp:lastModifiedBy>
  <cp:revision>5</cp:revision>
  <dcterms:created xsi:type="dcterms:W3CDTF">2025-09-03T11:41:34Z</dcterms:created>
  <dcterms:modified xsi:type="dcterms:W3CDTF">2026-01-09T10:26:21Z</dcterms:modified>
</cp:coreProperties>
</file>